
<file path=[Content_Types].xml><?xml version="1.0" encoding="utf-8"?>
<Types xmlns="http://schemas.openxmlformats.org/package/2006/content-types">
  <Default Extension="jfif" ContentType="image/jpe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159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20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68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54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05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86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70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41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72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21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8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93DA6-8FC6-474B-A92A-80C92A75E69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F1987-0242-4FA6-8F8A-AE3AD7A47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06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fif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898996" y="4429919"/>
            <a:ext cx="391857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Козырев Павел</a:t>
            </a:r>
            <a:endParaRPr lang="ru-RU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909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26" y="1825625"/>
            <a:ext cx="7796147" cy="4351338"/>
          </a:xfrm>
        </p:spPr>
      </p:pic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86586"/>
              </p:ext>
            </p:extLst>
          </p:nvPr>
        </p:nvGraphicFramePr>
        <p:xfrm>
          <a:off x="10775950" y="3749675"/>
          <a:ext cx="5349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Объект упаковщика для оболочки" showAsIcon="1" r:id="rId4" imgW="535320" imgH="439560" progId="Package">
                  <p:embed/>
                </p:oleObj>
              </mc:Choice>
              <mc:Fallback>
                <p:oleObj name="Объект упаковщика для оболочки" showAsIcon="1" r:id="rId4" imgW="535320" imgH="4395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75950" y="3749675"/>
                        <a:ext cx="534988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8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50" cy="6858000"/>
          </a:xfrm>
        </p:spPr>
      </p:pic>
    </p:spTree>
    <p:extLst>
      <p:ext uri="{BB962C8B-B14F-4D97-AF65-F5344CB8AC3E}">
        <p14:creationId xmlns:p14="http://schemas.microsoft.com/office/powerpoint/2010/main" val="306403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04837"/>
          </a:xfrm>
        </p:spPr>
      </p:pic>
    </p:spTree>
    <p:extLst>
      <p:ext uri="{BB962C8B-B14F-4D97-AF65-F5344CB8AC3E}">
        <p14:creationId xmlns:p14="http://schemas.microsoft.com/office/powerpoint/2010/main" val="302518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89016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898996" y="4429919"/>
            <a:ext cx="391857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Козырев Павел</a:t>
            </a:r>
            <a:endParaRPr lang="ru-RU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73225" y="2940318"/>
            <a:ext cx="1129004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0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СПАСИБО ЗА ВНИМАНИЕ</a:t>
            </a:r>
            <a:endParaRPr lang="ru-RU" sz="8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170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7</Words>
  <Application>Microsoft Office PowerPoint</Application>
  <PresentationFormat>Широкоэкранный</PresentationFormat>
  <Paragraphs>3</Paragraphs>
  <Slides>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Пакет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</dc:creator>
  <cp:lastModifiedBy>al</cp:lastModifiedBy>
  <cp:revision>6</cp:revision>
  <dcterms:created xsi:type="dcterms:W3CDTF">2026-10-23T07:40:40Z</dcterms:created>
  <dcterms:modified xsi:type="dcterms:W3CDTF">2026-10-23T09:02:49Z</dcterms:modified>
</cp:coreProperties>
</file>